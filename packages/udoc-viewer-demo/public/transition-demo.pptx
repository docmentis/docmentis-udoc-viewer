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16" d="100"/>
          <a:sy n="116" d="100"/>
        </p:scale>
        <p:origin x="1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</a:rPr>
              <a:t>PPTX Slide Transitions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B0BEC5"/>
                </a:solidFill>
              </a:rPr>
              <a:t>Demo of all 64 transition types</a:t>
            </a:r>
          </a:p>
          <a:p>
            <a:pPr algn="ctr"/>
            <a:r>
              <a:rPr lang="en-US" sz="2400">
                <a:solidFill>
                  <a:srgbClr val="B0BEC5"/>
                </a:solidFill>
              </a:rPr>
              <a:t>Basic → Exciting → Dynamic → Morph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 / 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0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>
                <a:solidFill>
                  <a:srgbClr val="777777"/>
                </a:solidFill>
              </a:rPr>
              <a:t>── Basic Transitions ──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Blinds (Horizontal)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 / 66</a:t>
            </a:r>
          </a:p>
        </p:txBody>
      </p:sp>
    </p:spTree>
  </p:cSld>
  <p:clrMapOvr>
    <a:masterClrMapping/>
  </p:clrMapOvr>
  <p:transition spd="slow" advClick="1">
    <p:blinds dir="horz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D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Blinds (Vertical)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 / 66</a:t>
            </a:r>
          </a:p>
        </p:txBody>
      </p:sp>
    </p:spTree>
  </p:cSld>
  <p:clrMapOvr>
    <a:masterClrMapping/>
  </p:clrMapOvr>
  <p:transition spd="slow" advClick="1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D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Checker (Horizontal)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 / 66</a:t>
            </a:r>
          </a:p>
        </p:txBody>
      </p:sp>
    </p:spTree>
  </p:cSld>
  <p:clrMapOvr>
    <a:masterClrMapping/>
  </p:clrMapOvr>
  <p:transition spd="slow" advClick="1">
    <p:checker dir="horz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B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Checker (Vertical)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 / 66</a:t>
            </a:r>
          </a:p>
        </p:txBody>
      </p:sp>
    </p:spTree>
  </p:cSld>
  <p:clrMapOvr>
    <a:masterClrMapping/>
  </p:clrMapOvr>
  <p:transition spd="slow" advClick="1">
    <p:checke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B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Circle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 / 66</a:t>
            </a:r>
          </a:p>
        </p:txBody>
      </p:sp>
    </p:spTree>
  </p:cSld>
  <p:clrMapOvr>
    <a:masterClrMapping/>
  </p:clrMapOvr>
  <p:transition spd="slow" advClick="1"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D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Dissolve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7 / 66</a:t>
            </a:r>
          </a:p>
        </p:txBody>
      </p:sp>
    </p:spTree>
  </p:cSld>
  <p:clrMapOvr>
    <a:masterClrMapping/>
  </p:clrMapOvr>
  <p:transition spd="slow" advClick="1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Comb (Horizontal)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8 / 66</a:t>
            </a:r>
          </a:p>
        </p:txBody>
      </p:sp>
    </p:spTree>
  </p:cSld>
  <p:clrMapOvr>
    <a:masterClrMapping/>
  </p:clrMapOvr>
  <p:transition spd="slow" advClick="1">
    <p:comb dir="horz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Comb (Vertical)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9 / 66</a:t>
            </a:r>
          </a:p>
        </p:txBody>
      </p:sp>
    </p:spTree>
  </p:cSld>
  <p:clrMapOvr>
    <a:masterClrMapping/>
  </p:clrMapOvr>
  <p:transition spd="slow" advClick="1">
    <p:comb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C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Cover (Right)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10 / 66</a:t>
            </a:r>
          </a:p>
        </p:txBody>
      </p:sp>
    </p:spTree>
  </p:cSld>
  <p:clrMapOvr>
    <a:masterClrMapping/>
  </p:clrMapOvr>
  <p:transition spd="slow" advClick="1">
    <p:cover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Cover (Left-Down)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11 / 66</a:t>
            </a:r>
          </a:p>
        </p:txBody>
      </p:sp>
    </p:spTree>
  </p:cSld>
  <p:clrMapOvr>
    <a:masterClrMapping/>
  </p:clrMapOvr>
  <p:transition spd="slow" advClick="1">
    <p:cover dir="l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Cut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12 / 66</a:t>
            </a:r>
          </a:p>
        </p:txBody>
      </p:sp>
    </p:spTree>
  </p:cSld>
  <p:clrMapOvr>
    <a:masterClrMapping/>
  </p:clrMapOvr>
  <p:transition spd="slow" advClick="1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6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Cut (Through Black)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13 / 66</a:t>
            </a:r>
          </a:p>
        </p:txBody>
      </p:sp>
    </p:spTree>
  </p:cSld>
  <p:clrMapOvr>
    <a:masterClrMapping/>
  </p:clrMapOvr>
  <p:transition spd="slow" advClick="1">
    <p:cut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2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Diamond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14 / 66</a:t>
            </a:r>
          </a:p>
        </p:txBody>
      </p:sp>
    </p:spTree>
  </p:cSld>
  <p:clrMapOvr>
    <a:masterClrMapping/>
  </p:clrMapOvr>
  <p:transition spd="slow" advClick="1">
    <p:diamond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Fade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15 / 66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Fade (Through Black)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16 / 66</a:t>
            </a:r>
          </a:p>
        </p:txBody>
      </p:sp>
    </p:spTree>
  </p:cSld>
  <p:clrMapOvr>
    <a:masterClrMapping/>
  </p:clrMapOvr>
  <p:transition spd="slow" advClick="1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D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Newsflash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17 / 66</a:t>
            </a:r>
          </a:p>
        </p:txBody>
      </p:sp>
    </p:spTree>
  </p:cSld>
  <p:clrMapOvr>
    <a:masterClrMapping/>
  </p:clrMapOvr>
  <p:transition spd="slow" advClick="1">
    <p:newsfla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Plus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18 / 66</a:t>
            </a:r>
          </a:p>
        </p:txBody>
      </p:sp>
    </p:spTree>
  </p:cSld>
  <p:clrMapOvr>
    <a:masterClrMapping/>
  </p:clrMapOvr>
  <p:transition spd="slow" advClick="1">
    <p:plus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5CA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Pull (Right)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19 / 66</a:t>
            </a:r>
          </a:p>
        </p:txBody>
      </p:sp>
    </p:spTree>
  </p:cSld>
  <p:clrMapOvr>
    <a:masterClrMapping/>
  </p:clrMapOvr>
  <p:transition spd="slow" advClick="1">
    <p:pull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Pull (Left-Up)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20 / 66</a:t>
            </a:r>
          </a:p>
        </p:txBody>
      </p:sp>
    </p:spTree>
  </p:cSld>
  <p:clrMapOvr>
    <a:masterClrMapping/>
  </p:clrMapOvr>
  <p:transition spd="slow" advClick="1">
    <p:pull dir="l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Push (Right)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21 / 66</a:t>
            </a:r>
          </a:p>
        </p:txBody>
      </p:sp>
    </p:spTree>
  </p:cSld>
  <p:clrMapOvr>
    <a:masterClrMapping/>
  </p:clrMapOvr>
  <p:transition spd="slow" advClick="1">
    <p:push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Push (Down)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22 / 66</a:t>
            </a:r>
          </a:p>
        </p:txBody>
      </p:sp>
    </p:spTree>
  </p:cSld>
  <p:clrMapOvr>
    <a:masterClrMapping/>
  </p:clrMapOvr>
  <p:transition spd="slow" advClick="1">
    <p:push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Random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23 / 66</a:t>
            </a:r>
          </a:p>
        </p:txBody>
      </p:sp>
    </p:spTree>
  </p:cSld>
  <p:clrMapOvr>
    <a:masterClrMapping/>
  </p:clrMapOvr>
  <p:transition spd="slow" advClick="1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Random Bar (Horizontal)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24 / 66</a:t>
            </a:r>
          </a:p>
        </p:txBody>
      </p:sp>
    </p:spTree>
  </p:cSld>
  <p:clrMapOvr>
    <a:masterClrMapping/>
  </p:clrMapOvr>
  <p:transition spd="slow" advClick="1">
    <p:randomBar dir="horz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Random Bar (Vertical)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25 / 66</a:t>
            </a:r>
          </a:p>
        </p:txBody>
      </p:sp>
    </p:spTree>
  </p:cSld>
  <p:clrMapOvr>
    <a:masterClrMapping/>
  </p:clrMapOvr>
  <p:transition spd="slow" advClick="1">
    <p:randomBar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Split (Horz, Out)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26 / 66</a:t>
            </a:r>
          </a:p>
        </p:txBody>
      </p:sp>
    </p:spTree>
  </p:cSld>
  <p:clrMapOvr>
    <a:masterClrMapping/>
  </p:clrMapOvr>
  <p:transition spd="slow" advClick="1">
    <p:split orient="horz" dir="ou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Split (Vert, In)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27 / 66</a:t>
            </a:r>
          </a:p>
        </p:txBody>
      </p:sp>
    </p:spTree>
  </p:cSld>
  <p:clrMapOvr>
    <a:masterClrMapping/>
  </p:clrMapOvr>
  <p:transition spd="slow" advClick="1">
    <p:split orient="vert"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Strips (Right-Down)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28 / 66</a:t>
            </a:r>
          </a:p>
        </p:txBody>
      </p:sp>
    </p:spTree>
  </p:cSld>
  <p:clrMapOvr>
    <a:masterClrMapping/>
  </p:clrMapOvr>
  <p:transition spd="slow" advClick="1">
    <p:strips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Strips (Left-Up)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29 / 66</a:t>
            </a:r>
          </a:p>
        </p:txBody>
      </p:sp>
    </p:spTree>
  </p:cSld>
  <p:clrMapOvr>
    <a:masterClrMapping/>
  </p:clrMapOvr>
  <p:transition spd="slow" advClick="1">
    <p:strips dir="l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Wedge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30 / 66</a:t>
            </a:r>
          </a:p>
        </p:txBody>
      </p:sp>
    </p:spTree>
  </p:cSld>
  <p:clrMapOvr>
    <a:masterClrMapping/>
  </p:clrMapOvr>
  <p:transition spd="slow" advClick="1">
    <p:wedg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Wheel (4 Spokes)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31 / 66</a:t>
            </a:r>
          </a:p>
        </p:txBody>
      </p:sp>
    </p:spTree>
  </p:cSld>
  <p:clrMapOvr>
    <a:masterClrMapping/>
  </p:clrMapOvr>
  <p:transition spd="slow" advClick="1">
    <p:wheel spokes="4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Wheel (8 Spokes)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32 / 66</a:t>
            </a:r>
          </a:p>
        </p:txBody>
      </p:sp>
    </p:spTree>
  </p:cSld>
  <p:clrMapOvr>
    <a:masterClrMapping/>
  </p:clrMapOvr>
  <p:transition spd="slow" advClick="1">
    <p:wheel spokes="8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Wipe (Right)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33 / 66</a:t>
            </a:r>
          </a:p>
        </p:txBody>
      </p:sp>
    </p:spTree>
  </p:cSld>
  <p:clrMapOvr>
    <a:masterClrMapping/>
  </p:clrMapOvr>
  <p:transition spd="slow" advClick="1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Wipe (Down)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34 / 66</a:t>
            </a:r>
          </a:p>
        </p:txBody>
      </p:sp>
    </p:spTree>
  </p:cSld>
  <p:clrMapOvr>
    <a:masterClrMapping/>
  </p:clrMapOvr>
  <p:transition spd="slow" advClick="1"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Zoom (In)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35 / 66</a:t>
            </a:r>
          </a:p>
        </p:txBody>
      </p:sp>
    </p:spTree>
  </p:cSld>
  <p:clrMapOvr>
    <a:masterClrMapping/>
  </p:clrMapOvr>
  <p:transition spd="slow" advClick="1">
    <p:zoom dir="in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Zoom (Out)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ECMA-376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36 / 66</a:t>
            </a:r>
          </a:p>
        </p:txBody>
      </p:sp>
    </p:spTree>
  </p:cSld>
  <p:clrMapOvr>
    <a:masterClrMapping/>
  </p:clrMapOvr>
  <p:transition spd="slow" advClick="1">
    <p:zoom dir="out"/>
  </p:transition>
</p:sld>
</file>

<file path=ppt/slides/slide3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F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>
                <a:solidFill>
                  <a:srgbClr val="777777"/>
                </a:solidFill>
              </a:rPr>
              <a:t>── Exciting Transitions ──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Vortex (Right)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37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vortex dir="r"/>
      </p:transition>
    </mc:Choice>
    <mc:Fallback>
      <p:transition spd="slow" advClick="1">
        <p:fade/>
      </p:transition>
    </mc:Fallback>
  </mc:AlternateContent>
</p:sld>
</file>

<file path=ppt/slides/slide3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1F5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Switch (Left)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38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switch dir="l"/>
      </p:transition>
    </mc:Choice>
    <mc:Fallback>
      <p:transition spd="slow" advClick="1">
        <p:fade/>
      </p:transition>
    </mc:Fallback>
  </mc:AlternateContent>
</p:sld>
</file>

<file path=ppt/slides/slide3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Flip (Right)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39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flip dir="r"/>
      </p:transition>
    </mc:Choice>
    <mc:Fallback>
      <p:transition spd="slow" advClick="1">
        <p:fade/>
      </p:transition>
    </mc:Fallback>
  </mc:AlternateContent>
</p:sld>
</file>

<file path=ppt/slides/slide4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9FB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Ripple (Center)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40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ripple/>
      </p:transition>
    </mc:Choice>
    <mc:Fallback>
      <p:transition spd="slow" advClick="1">
        <p:fade/>
      </p:transition>
    </mc:Fallback>
  </mc:AlternateContent>
</p:sld>
</file>

<file path=ppt/slides/slide4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Honeycomb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41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honeycomb/>
      </p:transition>
    </mc:Choice>
    <mc:Fallback>
      <p:transition spd="slow" advClick="1">
        <p:fade/>
      </p:transition>
    </mc:Fallback>
  </mc:AlternateContent>
</p:sld>
</file>

<file path=ppt/slides/slide4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Prism (Right)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42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prism dir="r"/>
      </p:transition>
    </mc:Choice>
    <mc:Fallback>
      <p:transition spd="slow" advClick="1">
        <p:fade/>
      </p:transition>
    </mc:Fallback>
  </mc:AlternateContent>
</p:sld>
</file>

<file path=ppt/slides/slide4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BE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Doors (Horizontal)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43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doors dir="horz"/>
      </p:transition>
    </mc:Choice>
    <mc:Fallback>
      <p:transition spd="slow" advClick="1">
        <p:fade/>
      </p:transition>
    </mc:Fallback>
  </mc:AlternateContent>
</p:sld>
</file>

<file path=ppt/slides/slide4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Doors (Vertical)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44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doors dir="vert"/>
      </p:transition>
    </mc:Choice>
    <mc:Fallback>
      <p:transition spd="slow" advClick="1">
        <p:fade/>
      </p:transition>
    </mc:Fallback>
  </mc:AlternateContent>
</p:sld>
</file>

<file path=ppt/slides/slide4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FFD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Window (Horizontal)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45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window dir="horz"/>
      </p:transition>
    </mc:Choice>
    <mc:Fallback>
      <p:transition spd="slow" advClick="1">
        <p:fade/>
      </p:transition>
    </mc:Fallback>
  </mc:AlternateContent>
</p:sld>
</file>

<file path=ppt/slides/slide4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C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Window (Vertical)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46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window dir="vert"/>
      </p:transition>
    </mc:Choice>
    <mc:Fallback>
      <p:transition spd="slow" advClick="1">
        <p:fade/>
      </p:transition>
    </mc:Fallback>
  </mc:AlternateContent>
</p:sld>
</file>

<file path=ppt/slides/slide4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F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Ferris (Left)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47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ferris dir="l"/>
      </p:transition>
    </mc:Choice>
    <mc:Fallback>
      <p:transition spd="slow" advClick="1">
        <p:fade/>
      </p:transition>
    </mc:Fallback>
  </mc:AlternateContent>
</p:sld>
</file>

<file path=ppt/slides/slide4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Gallery (Right)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48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gallery dir="r"/>
      </p:transition>
    </mc:Choice>
    <mc:Fallback>
      <p:transition spd="slow" advClick="1">
        <p:fade/>
      </p:transition>
    </mc:Fallback>
  </mc:AlternateContent>
</p:sld>
</file>

<file path=ppt/slides/slide4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Conveyor (Left)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49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conveyor dir="l"/>
      </p:transition>
    </mc:Choice>
    <mc:Fallback>
      <p:transition spd="slow" advClick="1">
        <p:fade/>
      </p:transition>
    </mc:Fallback>
  </mc:AlternateContent>
</p:sld>
</file>

<file path=ppt/slides/slide5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>
                <a:solidFill>
                  <a:srgbClr val="777777"/>
                </a:solidFill>
              </a:rPr>
              <a:t>── Dynamic Transitions ──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Pan (Right)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50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pan dir="r"/>
      </p:transition>
    </mc:Choice>
    <mc:Fallback>
      <p:transition spd="slow" advClick="1">
        <p:fade/>
      </p:transition>
    </mc:Fallback>
  </mc:AlternateContent>
</p:sld>
</file>

<file path=ppt/slides/slide5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DE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Pan (Down)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51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pan dir="d"/>
      </p:transition>
    </mc:Choice>
    <mc:Fallback>
      <p:transition spd="slow" advClick="1">
        <p:fade/>
      </p:transition>
    </mc:Fallback>
  </mc:AlternateContent>
</p:sld>
</file>

<file path=ppt/slides/slide5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FE0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>
                <a:solidFill>
                  <a:srgbClr val="777777"/>
                </a:solidFill>
              </a:rPr>
              <a:t>── Exciting Transitions ──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Glitter (Right, Diamond)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52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glitter dir="r" pattern="diamond"/>
      </p:transition>
    </mc:Choice>
    <mc:Fallback>
      <p:transition spd="slow" advClick="1">
        <p:fade/>
      </p:transition>
    </mc:Fallback>
  </mc:AlternateContent>
</p:sld>
</file>

<file path=ppt/slides/slide5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B2DF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Warp (In)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53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warp dir="in"/>
      </p:transition>
    </mc:Choice>
    <mc:Fallback>
      <p:transition spd="slow" advClick="1">
        <p:fade/>
      </p:transition>
    </mc:Fallback>
  </mc:AlternateContent>
</p:sld>
</file>

<file path=ppt/slides/slide5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BBD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Warp (Out)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54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warp dir="out"/>
      </p:transition>
    </mc:Choice>
    <mc:Fallback>
      <p:transition spd="slow" advClick="1">
        <p:fade/>
      </p:transition>
    </mc:Fallback>
  </mc:AlternateContent>
</p:sld>
</file>

<file path=ppt/slides/slide5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E1B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Flythrough (In)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55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flythrough dir="in"/>
      </p:transition>
    </mc:Choice>
    <mc:Fallback>
      <p:transition spd="slow" advClick="1">
        <p:fade/>
      </p:transition>
    </mc:Fallback>
  </mc:AlternateContent>
</p:sld>
</file>

<file path=ppt/slides/slide5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8B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Flythrough (Out, Bounce)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56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flythrough dir="out" hasBounce="1"/>
      </p:transition>
    </mc:Choice>
    <mc:Fallback>
      <p:transition spd="slow" advClick="1">
        <p:fade/>
      </p:transition>
    </mc:Fallback>
  </mc:AlternateContent>
</p:sld>
</file>

<file path=ppt/slides/slide5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DCED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Flash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57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flash/>
      </p:transition>
    </mc:Choice>
    <mc:Fallback>
      <p:transition spd="slow" advClick="1">
        <p:fade/>
      </p:transition>
    </mc:Fallback>
  </mc:AlternateContent>
</p:sld>
</file>

<file path=ppt/slides/slide5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FE0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Shred (Strip, In)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58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shred pattern="strip" dir="in"/>
      </p:transition>
    </mc:Choice>
    <mc:Fallback>
      <p:transition spd="slow" advClick="1">
        <p:fade/>
      </p:transition>
    </mc:Fallback>
  </mc:AlternateContent>
</p:sld>
</file>

<file path=ppt/slides/slide5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B3E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Shred (Rectangle, Out)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59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shred pattern="rectangle" dir="out"/>
      </p:transition>
    </mc:Choice>
    <mc:Fallback>
      <p:transition spd="slow" advClick="1">
        <p:fade/>
      </p:transition>
    </mc:Fallback>
  </mc:AlternateContent>
</p:sld>
</file>

<file path=ppt/slides/slide6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D1C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>
                <a:solidFill>
                  <a:srgbClr val="777777"/>
                </a:solidFill>
              </a:rPr>
              <a:t>── Subtle Transitions ──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Reveal (Left)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60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reveal dir="l"/>
      </p:transition>
    </mc:Choice>
    <mc:Fallback>
      <p:transition spd="slow" advClick="1">
        <p:fade/>
      </p:transition>
    </mc:Fallback>
  </mc:AlternateContent>
</p:sld>
</file>

<file path=ppt/slides/slide6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0F4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Reveal (Through Black)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61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reveal thruBlk="1" dir="r"/>
      </p:transition>
    </mc:Choice>
    <mc:Fallback>
      <p:transition spd="slow" advClick="1">
        <p:fade/>
      </p:transition>
    </mc:Fallback>
  </mc:AlternateContent>
</p:sld>
</file>

<file path=ppt/slides/slide6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mc:Ignorable="p14">
  <p:cSld>
    <p:bg>
      <p:bgPr>
        <a:solidFill>
          <a:srgbClr val="FFCC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>
                <a:solidFill>
                  <a:srgbClr val="777777"/>
                </a:solidFill>
              </a:rPr>
              <a:t>── Exciting Transitions ──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Wheel Reverse (4)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62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4">
      <p:transition xmlns:p14="http://schemas.microsoft.com/office/powerpoint/2010/main" spd="slow" p14:dur="1500" advClick="1">
        <p14:wheelReverse spokes="4"/>
      </p:transition>
    </mc:Choice>
    <mc:Fallback>
      <p:transition spd="slow" advClick="1">
        <p:fade/>
      </p:transition>
    </mc:Fallback>
  </mc:AlternateContent>
</p:sld>
</file>

<file path=ppt/slides/slide63.xml><?xml version="1.0" encoding="utf-8"?>
<p:sld xmlns:mc="http://schemas.openxmlformats.org/markup-compatibility/2006" xmlns:p14="http://schemas.microsoft.com/office/powerpoint/2010/main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mc:Ignorable="p14 p159">
  <p:cSld>
    <p:bg>
      <p:bgPr>
        <a:solidFill>
          <a:srgbClr val="C8E6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>
                <a:solidFill>
                  <a:srgbClr val="777777"/>
                </a:solidFill>
              </a:rPr>
              <a:t>── Morph Transitions ──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Morph (By Object)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63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xmlns:p159="http://schemas.microsoft.com/office/powerpoint/2015/09/main" spd="slow" p14:dur="1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64.xml><?xml version="1.0" encoding="utf-8"?>
<p:sld xmlns:mc="http://schemas.openxmlformats.org/markup-compatibility/2006" xmlns:p14="http://schemas.microsoft.com/office/powerpoint/2010/main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mc:Ignorable="p14 p159">
  <p:cSld>
    <p:bg>
      <p:bgPr>
        <a:solidFill>
          <a:srgbClr val="B2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Morph (By Word)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64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xmlns:p159="http://schemas.microsoft.com/office/powerpoint/2015/09/main" spd="slow" p14:dur="1500" advClick="1">
        <p159:morph option="byWord"/>
      </p:transition>
    </mc:Choice>
    <mc:Fallback>
      <p:transition spd="slow" advClick="1">
        <p:fade/>
      </p:transition>
    </mc:Fallback>
  </mc:AlternateContent>
</p:sld>
</file>

<file path=ppt/slides/slide65.xml><?xml version="1.0" encoding="utf-8"?>
<p:sld xmlns:mc="http://schemas.openxmlformats.org/markup-compatibility/2006" xmlns:p14="http://schemas.microsoft.com/office/powerpoint/2010/main" xmlns:p159="http://schemas.microsoft.com/office/powerpoint/2015/09/main" xmlns:a="http://schemas.openxmlformats.org/drawingml/2006/main" xmlns:r="http://schemas.openxmlformats.org/officeDocument/2006/relationships" xmlns:p="http://schemas.openxmlformats.org/presentationml/2006/main" mc:Ignorable="p14 p159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4800" b="1">
                <a:solidFill>
                  <a:srgbClr val="000000"/>
                </a:solidFill>
              </a:rPr>
              <a:t>Morph (By Char)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888888"/>
                </a:solidFill>
              </a:rPr>
              <a:t>PPTX 2010+ (p14)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65 / 66</a:t>
            </a:r>
          </a:p>
        </p:txBody>
      </p:sp>
    </p:spTree>
  </p:cSld>
  <p:clrMapOvr>
    <a:masterClrMapping/>
  </p:clrMapOvr>
  <mc:AlternateContent xmlns:mc="http://schemas.openxmlformats.org/markup-compatibility/2006">
    <mc:Choice Requires="p159">
      <p:transition xmlns:p14="http://schemas.microsoft.com/office/powerpoint/2010/main" xmlns:p159="http://schemas.microsoft.com/office/powerpoint/2015/09/main" spd="slow" p14:dur="1500" advClick="1">
        <p159:morph option="byChar"/>
      </p:transition>
    </mc:Choice>
    <mc:Fallback>
      <p:transition spd="slow" advClick="1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</a:rPr>
              <a:t>End of Demo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>
                <a:solidFill>
                  <a:srgbClr val="A5D6A7"/>
                </a:solidFill>
              </a:rPr>
              <a:t>Total: 64 transitions demonstrated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772400" y="6217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rgbClr val="999999"/>
                </a:solidFill>
              </a:rPr>
              <a:t>66 / 66</a:t>
            </a:r>
          </a:p>
        </p:txBody>
      </p:sp>
    </p:spTree>
  </p:cSld>
  <p:clrMapOvr>
    <a:masterClrMapping/>
  </p:clrMapOvr>
  <p:transition spd="slow" advClick="1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Microsoft Macintosh PowerPoint</Application>
  <PresentationFormat>On-screen Show (4:3)</PresentationFormat>
  <Paragraphs>206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Wang Xin</cp:lastModifiedBy>
  <cp:revision>1</cp:revision>
  <dcterms:modified xsi:type="dcterms:W3CDTF">2026-03-23T23:28:12Z</dcterms:modified>
</cp:coreProperties>
</file>